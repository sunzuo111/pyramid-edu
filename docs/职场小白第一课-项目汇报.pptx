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职场小白第一课 · 项目汇报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仓库：SUNZUO111/pyramid-edu</a:t>
            </a:r>
          </a:p>
          <a:p>
            <a:r>
              <a:t>时间：2025-12-18 16:53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目标与定位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面向职场入门场景</a:t>
            </a:r>
          </a:p>
          <a:p>
            <a:pPr/>
            <a:r>
              <a:t>练习结论先行与结构化表达</a:t>
            </a:r>
          </a:p>
          <a:p>
            <a:pPr/>
            <a:r>
              <a:t>提供评分与提纲辅助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案例训练</a:t>
            </a:r>
          </a:p>
          <a:p>
            <a:pPr/>
            <a:r>
              <a:t>智能评分（五维度）</a:t>
            </a:r>
          </a:p>
          <a:p>
            <a:pPr/>
            <a:r>
              <a:t>进度保存（localStorage）</a:t>
            </a:r>
          </a:p>
          <a:p>
            <a:pPr/>
            <a:r>
              <a:t>知识模块（原则、结构、SCQA、场景）</a:t>
            </a:r>
          </a:p>
          <a:p>
            <a:pPr/>
            <a:r>
              <a:t>主题自适应与手动切换</a:t>
            </a:r>
          </a:p>
          <a:p>
            <a:pPr/>
            <a:r>
              <a:t>GitHub Pages 发布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index.html 页面与标题</a:t>
            </a:r>
          </a:p>
          <a:p>
            <a:pPr/>
            <a:r>
              <a:t>styles.css 样式与主题</a:t>
            </a:r>
          </a:p>
          <a:p>
            <a:pPr/>
            <a:r>
              <a:t>app.js 逻辑与评分</a:t>
            </a:r>
          </a:p>
          <a:p>
            <a:pPr/>
            <a:r>
              <a:t>data/cases.json 案例库</a:t>
            </a:r>
          </a:p>
          <a:p>
            <a:pPr/>
            <a:r>
              <a:t>.github/workflows/pages.yml Pages工作流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评分规则：主旨、分点、证据、故事线、结构</a:t>
            </a:r>
          </a:p>
          <a:p>
            <a:pPr/>
            <a:r>
              <a:t>提纲生成：标题与要点推断</a:t>
            </a:r>
          </a:p>
          <a:p>
            <a:pPr/>
            <a:r>
              <a:t>标签切换与视图渲染</a:t>
            </a:r>
          </a:p>
          <a:p>
            <a:pPr/>
            <a:r>
              <a:t>时间与系统偏好驱动的主题切换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部署与访问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在仓库 Settings → Pages 选择 Source: GitHub Actions</a:t>
            </a:r>
          </a:p>
          <a:p>
            <a:pPr/>
            <a:r>
              <a:t>推送到 main 触发工作流</a:t>
            </a:r>
          </a:p>
          <a:p>
            <a:pPr/>
            <a:r>
              <a:t>访问 https://SUNZUO111.github.io/pyramid-edu/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案例库概览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项目周报邮件（职场汇报/入门）</a:t>
            </a:r>
          </a:p>
          <a:p>
            <a:pPr/>
            <a:r>
              <a:t>会议纪要精炼（沟通记录/入门）</a:t>
            </a:r>
          </a:p>
          <a:p>
            <a:pPr/>
            <a:r>
              <a:t>方案大纲搭建（方案构建/进阶）</a:t>
            </a:r>
          </a:p>
          <a:p>
            <a:pPr/>
            <a:r>
              <a:t>学习笔记结构化（学习记录/进阶）</a:t>
            </a:r>
          </a:p>
          <a:p>
            <a:pPr/>
            <a:r>
              <a:t>新品发布公告（市场传播/入门）</a:t>
            </a:r>
          </a:p>
          <a:p>
            <a:pPr/>
            <a:r>
              <a:t>故障复盘报告（问题分析/进阶）</a:t>
            </a:r>
          </a:p>
          <a:p>
            <a:pPr/>
            <a:r>
              <a:t>销售话术精炼（客户沟通/入门）</a:t>
            </a:r>
          </a:p>
          <a:p>
            <a:pPr/>
            <a:r>
              <a:t>客服回复模板（客户支持/入门）</a:t>
            </a:r>
          </a:p>
          <a:p>
            <a:pPr/>
            <a:r>
              <a:t>季度OKR复盘（目标管理/进阶）</a:t>
            </a:r>
          </a:p>
          <a:p>
            <a:pPr/>
            <a:r>
              <a:t>增员立项说明（组织建设/进阶）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选择案例</a:t>
            </a:r>
          </a:p>
          <a:p>
            <a:pPr/>
            <a:r>
              <a:t>填写输出（结论先行 + 3–5 分点 + 证据）</a:t>
            </a:r>
          </a:p>
          <a:p>
            <a:pPr/>
            <a:r>
              <a:t>评分与提纲</a:t>
            </a:r>
          </a:p>
          <a:p>
            <a:pPr/>
            <a:r>
              <a:t>保存草稿与持续改进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扩充案例覆盖更多场景</a:t>
            </a:r>
          </a:p>
          <a:p>
            <a:pPr/>
            <a:r>
              <a:t>优化评分算法与提示</a:t>
            </a:r>
          </a:p>
          <a:p>
            <a:pPr/>
            <a:r>
              <a:t>支持导出 PDF/PPT</a:t>
            </a:r>
          </a:p>
          <a:p>
            <a:pPr/>
            <a:r>
              <a:t>新增模板与引导</a:t>
            </a:r>
          </a:p>
          <a:p>
            <a:pPr/>
            <a:r>
              <a:t>移动端体验优化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